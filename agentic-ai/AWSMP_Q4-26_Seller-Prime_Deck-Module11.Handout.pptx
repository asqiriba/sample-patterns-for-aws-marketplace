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937" r:id="rId4"/>
  </p:sldMasterIdLst>
  <p:notesMasterIdLst>
    <p:notesMasterId r:id="rId6"/>
  </p:notesMasterIdLst>
  <p:handoutMasterIdLst>
    <p:handoutMasterId r:id="rId7"/>
  </p:handoutMasterIdLst>
  <p:sldIdLst>
    <p:sldId id="2147483270" r:id="rId5"/>
  </p:sldIdLst>
  <p:sldSz cx="18288000" cy="10515600"/>
  <p:notesSz cx="6858000" cy="9144000"/>
  <p:embeddedFontLst>
    <p:embeddedFont>
      <p:font typeface="Amazon Ember Display" panose="020F0603020204020204" pitchFamily="34" charset="0"/>
      <p:regular r:id="rId8"/>
      <p:bold r:id="rId9"/>
      <p:italic r:id="rId10"/>
      <p:boldItalic r:id="rId11"/>
    </p:embeddedFont>
    <p:embeddedFont>
      <p:font typeface="Amazon Ember Mono" panose="020B0509020204020204" pitchFamily="49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1pPr>
    <a:lvl2pPr marL="691286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2pPr>
    <a:lvl3pPr marL="1382573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3pPr>
    <a:lvl4pPr marL="2073859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4pPr>
    <a:lvl5pPr marL="2765146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5pPr>
    <a:lvl6pPr marL="3456432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6pPr>
    <a:lvl7pPr marL="4147718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7pPr>
    <a:lvl8pPr marL="4839005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8pPr>
    <a:lvl9pPr marL="5530291" algn="l" defTabSz="1382573" rtl="0" eaLnBrk="1" latinLnBrk="0" hangingPunct="1">
      <a:defRPr sz="272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20" userDrawn="1">
          <p15:clr>
            <a:srgbClr val="A4A3A4"/>
          </p15:clr>
        </p15:guide>
        <p15:guide id="2" orient="horz" pos="2282" userDrawn="1">
          <p15:clr>
            <a:srgbClr val="A4A3A4"/>
          </p15:clr>
        </p15:guide>
        <p15:guide id="3" pos="5760" userDrawn="1">
          <p15:clr>
            <a:srgbClr val="A4A3A4"/>
          </p15:clr>
        </p15:guide>
        <p15:guide id="4" pos="37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D14916-BCA6-F8EF-6D1F-69630A778AF8}" name="Carla Napire" initials="CN" userId="S::cnapire@bridge.partners::13c3472e-a209-42d7-8f22-92585599017b" providerId="AD"/>
  <p188:author id="{FE735F43-9AA9-32CF-E070-2E502294B8E4}" name="David Hill" initials="DH" userId="S::dhill@bridge.partners::d42295f5-6b00-452c-b297-d4dca253d8a2" providerId="AD"/>
  <p188:author id="{CD1BD073-1A41-90BA-E53F-D095E6162461}" name="Lincoln Barr" initials="LB" userId="S::lbarr@bridge.partners::22283681-c074-4c39-ac69-6caaec61ef93" providerId="AD"/>
  <p188:author id="{D582128C-F4D5-B2F3-9495-782E4B990441}" name="India Santos" initials="IS" userId="S::isantos@bridge.partners::aa46b206-7cf8-4f8d-8e63-d0667d62c6d4" providerId="AD"/>
  <p188:author id="{26DADFA3-142E-BFA1-84B4-1F02089A6B9D}" name="Jason Stone" initials="JS" userId="S::jstone@bridge.partners::13de78c1-36c1-42c6-bdf1-2cbfacd70d0b" providerId="AD"/>
  <p188:author id="{8B5BA1BE-9666-6ABA-A6B4-B023A846634E}" name="Todd Connor" initials="TC" userId="S::todd@yellowplumdesign.onmicrosoft.com::806c2321-c361-4beb-9ef3-9b256385673b" providerId="AD"/>
  <p188:author id="{189525D9-914F-5960-EF53-DAA691821326}" name="Marc Tweed" initials="MT" userId="S::mtweed@bridge.partners::360a96d1-a77e-4c1e-a08a-0fa833ec375b" providerId="AD"/>
  <p188:author id="{4FD5D5E7-B79F-7A93-1AD8-2B50AD7F9638}" name="Jarred Tibbetts" initials="JT" userId="S::jtibbetts@bridge.partners::50f52f09-12f4-4370-809d-ab1a6fb9c07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D26"/>
    <a:srgbClr val="006BD6"/>
    <a:srgbClr val="E433FF"/>
    <a:srgbClr val="FF9900"/>
    <a:srgbClr val="E8E8ED"/>
    <a:srgbClr val="FC8026"/>
    <a:srgbClr val="E6ECF1"/>
    <a:srgbClr val="6BC3FF"/>
    <a:srgbClr val="FFC2D1"/>
    <a:srgbClr val="978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7" autoAdjust="0"/>
    <p:restoredTop sz="96081" autoAdjust="0"/>
  </p:normalViewPr>
  <p:slideViewPr>
    <p:cSldViewPr snapToGrid="0">
      <p:cViewPr varScale="1">
        <p:scale>
          <a:sx n="70" d="100"/>
          <a:sy n="70" d="100"/>
        </p:scale>
        <p:origin x="768" y="72"/>
      </p:cViewPr>
      <p:guideLst>
        <p:guide orient="horz" pos="5520"/>
        <p:guide orient="horz" pos="2282"/>
        <p:guide pos="5760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3238" y="457200"/>
            <a:ext cx="5851525" cy="3363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573" rtl="0" eaLnBrk="1" latinLnBrk="0" hangingPunct="1">
      <a:spcAft>
        <a:spcPts val="454"/>
      </a:spcAft>
      <a:defRPr sz="1814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340843" indent="-160821" algn="l" defTabSz="1382573" rtl="0" eaLnBrk="1" latinLnBrk="0" hangingPunct="1">
      <a:spcAft>
        <a:spcPts val="454"/>
      </a:spcAft>
      <a:buFont typeface="Arial" panose="020B0604020202020204" pitchFamily="34" charset="0"/>
      <a:buChar char="•"/>
      <a:defRPr sz="1814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700888" indent="-180023" algn="l" defTabSz="1382573" rtl="0" eaLnBrk="1" latinLnBrk="0" hangingPunct="1">
      <a:spcAft>
        <a:spcPts val="454"/>
      </a:spcAft>
      <a:buFont typeface="Arial" panose="020B0604020202020204" pitchFamily="34" charset="0"/>
      <a:buChar char="•"/>
      <a:defRPr sz="1814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1130542" indent="-180023" algn="l" defTabSz="1382573" rtl="0" eaLnBrk="1" latinLnBrk="0" hangingPunct="1">
      <a:spcAft>
        <a:spcPts val="454"/>
      </a:spcAft>
      <a:buFont typeface="Arial" panose="020B0604020202020204" pitchFamily="34" charset="0"/>
      <a:buChar char="•"/>
      <a:defRPr sz="1814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1471385" indent="-177622" algn="l" defTabSz="1382573" rtl="0" eaLnBrk="1" latinLnBrk="0" hangingPunct="1">
      <a:spcAft>
        <a:spcPts val="454"/>
      </a:spcAft>
      <a:buFont typeface="Arial" panose="020B0604020202020204" pitchFamily="34" charset="0"/>
      <a:buChar char="•"/>
      <a:defRPr sz="1814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3456432" algn="l" defTabSz="1382573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718" algn="l" defTabSz="1382573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9005" algn="l" defTabSz="1382573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30291" algn="l" defTabSz="1382573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-Animated">
    <p:bg>
      <p:bgPr>
        <a:solidFill>
          <a:srgbClr val="E6E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A681A7-C689-3774-D3E3-675976F194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" r="12020" b="1371"/>
          <a:stretch>
            <a:fillRect/>
          </a:stretch>
        </p:blipFill>
        <p:spPr>
          <a:xfrm>
            <a:off x="4707775" y="1981470"/>
            <a:ext cx="13580225" cy="8534129"/>
          </a:xfrm>
          <a:prstGeom prst="rect">
            <a:avLst/>
          </a:prstGeom>
          <a:effectLst>
            <a:softEdge rad="23772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226DE4-73FA-638E-858A-75B7D20F23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560" y="612490"/>
            <a:ext cx="5890382" cy="10566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269A559-5B6C-484B-53E7-EB6DF9CFBC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6864" y="3643365"/>
            <a:ext cx="10172700" cy="1160933"/>
          </a:xfrm>
        </p:spPr>
        <p:txBody>
          <a:bodyPr wrap="square" anchor="t" anchorCtr="0"/>
          <a:lstStyle>
            <a:lvl1pPr algn="l">
              <a:defRPr sz="7044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D25DBC1-560C-C14E-906D-88DBC8919E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6864" y="4840224"/>
            <a:ext cx="10172699" cy="651256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522" b="0" i="0" cap="none" spc="0" baseline="0">
                <a:solidFill>
                  <a:schemeClr val="tx2"/>
                </a:solidFill>
                <a:latin typeface="+mn-lt"/>
              </a:defRPr>
            </a:lvl1pPr>
            <a:lvl2pPr marL="670919" indent="0" algn="ctr">
              <a:buNone/>
              <a:defRPr sz="2936"/>
            </a:lvl2pPr>
            <a:lvl3pPr marL="1341837" indent="0" algn="ctr">
              <a:buNone/>
              <a:defRPr sz="2642"/>
            </a:lvl3pPr>
            <a:lvl4pPr marL="2012754" indent="0" algn="ctr">
              <a:buNone/>
              <a:defRPr sz="2348"/>
            </a:lvl4pPr>
            <a:lvl5pPr marL="2683673" indent="0" algn="ctr">
              <a:buNone/>
              <a:defRPr sz="2348"/>
            </a:lvl5pPr>
            <a:lvl6pPr marL="3354591" indent="0" algn="ctr">
              <a:buNone/>
              <a:defRPr sz="2348"/>
            </a:lvl6pPr>
            <a:lvl7pPr marL="4025510" indent="0" algn="ctr">
              <a:buNone/>
              <a:defRPr sz="2348"/>
            </a:lvl7pPr>
            <a:lvl8pPr marL="4696427" indent="0" algn="ctr">
              <a:buNone/>
              <a:defRPr sz="2348"/>
            </a:lvl8pPr>
            <a:lvl9pPr marL="5367345" indent="0" algn="ctr">
              <a:buNone/>
              <a:defRPr sz="2348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91F5C619-60D5-3D81-BB0C-EEAB126193B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346629"/>
            <a:ext cx="5760720" cy="5663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7EBAAD30-029F-4E31-700D-F367237E98C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979571"/>
            <a:ext cx="5760720" cy="82114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1F869-28B9-6926-D360-9B16DCE18EE7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628653" y="9931176"/>
            <a:ext cx="7712391" cy="158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1028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1028" smtClean="0">
                <a:solidFill>
                  <a:schemeClr val="tx2"/>
                </a:solidFill>
              </a:rPr>
              <a:pPr algn="l"/>
              <a:t>2026</a:t>
            </a:fld>
            <a:r>
              <a:rPr lang="en-US" sz="1028" dirty="0">
                <a:solidFill>
                  <a:schemeClr val="tx2"/>
                </a:solidFill>
              </a:rPr>
              <a:t>, Amazon Web Services, Inc. or its affiliates. All rights reserved.</a:t>
            </a:r>
            <a:endParaRPr lang="en-US" sz="1028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01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100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-Cover-Stat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26DE4-73FA-638E-858A-75B7D20F23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560" y="612490"/>
            <a:ext cx="5890382" cy="10566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269A559-5B6C-484B-53E7-EB6DF9CFBC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6864" y="3643365"/>
            <a:ext cx="10172700" cy="1160933"/>
          </a:xfrm>
        </p:spPr>
        <p:txBody>
          <a:bodyPr wrap="square" anchor="t" anchorCtr="0"/>
          <a:lstStyle>
            <a:lvl1pPr algn="l">
              <a:defRPr sz="7044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D25DBC1-560C-C14E-906D-88DBC8919E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6864" y="4840224"/>
            <a:ext cx="10172699" cy="651256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522" b="0" i="0" cap="none" spc="0" baseline="0">
                <a:solidFill>
                  <a:schemeClr val="tx2"/>
                </a:solidFill>
                <a:latin typeface="+mn-lt"/>
              </a:defRPr>
            </a:lvl1pPr>
            <a:lvl2pPr marL="670919" indent="0" algn="ctr">
              <a:buNone/>
              <a:defRPr sz="2936"/>
            </a:lvl2pPr>
            <a:lvl3pPr marL="1341837" indent="0" algn="ctr">
              <a:buNone/>
              <a:defRPr sz="2642"/>
            </a:lvl3pPr>
            <a:lvl4pPr marL="2012754" indent="0" algn="ctr">
              <a:buNone/>
              <a:defRPr sz="2348"/>
            </a:lvl4pPr>
            <a:lvl5pPr marL="2683673" indent="0" algn="ctr">
              <a:buNone/>
              <a:defRPr sz="2348"/>
            </a:lvl5pPr>
            <a:lvl6pPr marL="3354591" indent="0" algn="ctr">
              <a:buNone/>
              <a:defRPr sz="2348"/>
            </a:lvl6pPr>
            <a:lvl7pPr marL="4025510" indent="0" algn="ctr">
              <a:buNone/>
              <a:defRPr sz="2348"/>
            </a:lvl7pPr>
            <a:lvl8pPr marL="4696427" indent="0" algn="ctr">
              <a:buNone/>
              <a:defRPr sz="2348"/>
            </a:lvl8pPr>
            <a:lvl9pPr marL="5367345" indent="0" algn="ctr">
              <a:buNone/>
              <a:defRPr sz="2348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91F5C619-60D5-3D81-BB0C-EEAB126193B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346629"/>
            <a:ext cx="5760720" cy="5663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7EBAAD30-029F-4E31-700D-F367237E98C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979571"/>
            <a:ext cx="5760720" cy="82114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1F869-28B9-6926-D360-9B16DCE18EE7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628653" y="9931176"/>
            <a:ext cx="7712391" cy="158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1028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1028" smtClean="0">
                <a:solidFill>
                  <a:schemeClr val="tx2"/>
                </a:solidFill>
              </a:rPr>
              <a:pPr algn="l"/>
              <a:t>2026</a:t>
            </a:fld>
            <a:r>
              <a:rPr lang="en-US" sz="1028" dirty="0">
                <a:solidFill>
                  <a:schemeClr val="tx2"/>
                </a:solidFill>
              </a:rPr>
              <a:t>, Amazon Web Services, Inc. or its affiliates. All rights reserved.</a:t>
            </a:r>
            <a:endParaRPr lang="en-US" sz="1028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97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100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-Animated-Crop">
    <p:bg>
      <p:bgPr>
        <a:solidFill>
          <a:srgbClr val="E6E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A681A7-C689-3774-D3E3-675976F194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339" r="38017" b="1371"/>
          <a:stretch>
            <a:fillRect/>
          </a:stretch>
        </p:blipFill>
        <p:spPr>
          <a:xfrm>
            <a:off x="6554262" y="0"/>
            <a:ext cx="11788602" cy="10515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226DE4-73FA-638E-858A-75B7D20F23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560" y="612490"/>
            <a:ext cx="5890382" cy="10566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269A559-5B6C-484B-53E7-EB6DF9CFBC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6864" y="3643365"/>
            <a:ext cx="10172700" cy="1160933"/>
          </a:xfrm>
        </p:spPr>
        <p:txBody>
          <a:bodyPr wrap="square" anchor="t" anchorCtr="0"/>
          <a:lstStyle>
            <a:lvl1pPr algn="l">
              <a:defRPr sz="7044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D25DBC1-560C-C14E-906D-88DBC8919E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6864" y="4840224"/>
            <a:ext cx="10172699" cy="651256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522" b="0" i="0" cap="none" spc="0" baseline="0">
                <a:solidFill>
                  <a:schemeClr val="tx2"/>
                </a:solidFill>
                <a:latin typeface="+mn-lt"/>
              </a:defRPr>
            </a:lvl1pPr>
            <a:lvl2pPr marL="670919" indent="0" algn="ctr">
              <a:buNone/>
              <a:defRPr sz="2936"/>
            </a:lvl2pPr>
            <a:lvl3pPr marL="1341837" indent="0" algn="ctr">
              <a:buNone/>
              <a:defRPr sz="2642"/>
            </a:lvl3pPr>
            <a:lvl4pPr marL="2012754" indent="0" algn="ctr">
              <a:buNone/>
              <a:defRPr sz="2348"/>
            </a:lvl4pPr>
            <a:lvl5pPr marL="2683673" indent="0" algn="ctr">
              <a:buNone/>
              <a:defRPr sz="2348"/>
            </a:lvl5pPr>
            <a:lvl6pPr marL="3354591" indent="0" algn="ctr">
              <a:buNone/>
              <a:defRPr sz="2348"/>
            </a:lvl6pPr>
            <a:lvl7pPr marL="4025510" indent="0" algn="ctr">
              <a:buNone/>
              <a:defRPr sz="2348"/>
            </a:lvl7pPr>
            <a:lvl8pPr marL="4696427" indent="0" algn="ctr">
              <a:buNone/>
              <a:defRPr sz="2348"/>
            </a:lvl8pPr>
            <a:lvl9pPr marL="5367345" indent="0" algn="ctr">
              <a:buNone/>
              <a:defRPr sz="2348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91F5C619-60D5-3D81-BB0C-EEAB126193B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346629"/>
            <a:ext cx="5760720" cy="5663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7EBAAD30-029F-4E31-700D-F367237E98C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979571"/>
            <a:ext cx="5760720" cy="82114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1F869-28B9-6926-D360-9B16DCE18EE7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628653" y="9931176"/>
            <a:ext cx="7712391" cy="158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1028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1028" smtClean="0">
                <a:solidFill>
                  <a:schemeClr val="tx2"/>
                </a:solidFill>
              </a:rPr>
              <a:pPr algn="l"/>
              <a:t>2026</a:t>
            </a:fld>
            <a:r>
              <a:rPr lang="en-US" sz="1028" dirty="0">
                <a:solidFill>
                  <a:schemeClr val="tx2"/>
                </a:solidFill>
              </a:rPr>
              <a:t>, Amazon Web Services, Inc. or its affiliates. All rights reserved.</a:t>
            </a:r>
            <a:endParaRPr lang="en-US" sz="1028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80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100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ver-Static-Cr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26DE4-73FA-638E-858A-75B7D20F23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3560" y="612490"/>
            <a:ext cx="5890382" cy="10566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269A559-5B6C-484B-53E7-EB6DF9CFBC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6864" y="3643365"/>
            <a:ext cx="10172700" cy="1160933"/>
          </a:xfrm>
        </p:spPr>
        <p:txBody>
          <a:bodyPr wrap="square" anchor="t" anchorCtr="0"/>
          <a:lstStyle>
            <a:lvl1pPr algn="l">
              <a:defRPr sz="7044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D25DBC1-560C-C14E-906D-88DBC8919E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6864" y="4840224"/>
            <a:ext cx="10172699" cy="651256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522" b="0" i="0" cap="none" spc="0" baseline="0">
                <a:solidFill>
                  <a:schemeClr val="tx2"/>
                </a:solidFill>
                <a:latin typeface="+mn-lt"/>
              </a:defRPr>
            </a:lvl1pPr>
            <a:lvl2pPr marL="670919" indent="0" algn="ctr">
              <a:buNone/>
              <a:defRPr sz="2936"/>
            </a:lvl2pPr>
            <a:lvl3pPr marL="1341837" indent="0" algn="ctr">
              <a:buNone/>
              <a:defRPr sz="2642"/>
            </a:lvl3pPr>
            <a:lvl4pPr marL="2012754" indent="0" algn="ctr">
              <a:buNone/>
              <a:defRPr sz="2348"/>
            </a:lvl4pPr>
            <a:lvl5pPr marL="2683673" indent="0" algn="ctr">
              <a:buNone/>
              <a:defRPr sz="2348"/>
            </a:lvl5pPr>
            <a:lvl6pPr marL="3354591" indent="0" algn="ctr">
              <a:buNone/>
              <a:defRPr sz="2348"/>
            </a:lvl6pPr>
            <a:lvl7pPr marL="4025510" indent="0" algn="ctr">
              <a:buNone/>
              <a:defRPr sz="2348"/>
            </a:lvl7pPr>
            <a:lvl8pPr marL="4696427" indent="0" algn="ctr">
              <a:buNone/>
              <a:defRPr sz="2348"/>
            </a:lvl8pPr>
            <a:lvl9pPr marL="5367345" indent="0" algn="ctr">
              <a:buNone/>
              <a:defRPr sz="2348"/>
            </a:lvl9pPr>
          </a:lstStyle>
          <a:p>
            <a:r>
              <a:rPr lang="en-US"/>
              <a:t>Enter subtitle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91F5C619-60D5-3D81-BB0C-EEAB126193B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346629"/>
            <a:ext cx="5760720" cy="5663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7EBAAD30-029F-4E31-700D-F367237E98C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28652" y="7979571"/>
            <a:ext cx="5760720" cy="82114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A1F869-28B9-6926-D360-9B16DCE18EE7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628653" y="9931176"/>
            <a:ext cx="7712391" cy="158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1028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1028" smtClean="0">
                <a:solidFill>
                  <a:schemeClr val="tx2"/>
                </a:solidFill>
              </a:rPr>
              <a:pPr algn="l"/>
              <a:t>2026</a:t>
            </a:fld>
            <a:r>
              <a:rPr lang="en-US" sz="1028" dirty="0">
                <a:solidFill>
                  <a:schemeClr val="tx2"/>
                </a:solidFill>
              </a:rPr>
              <a:t>, Amazon Web Services, Inc. or its affiliates. All rights reserved.</a:t>
            </a:r>
            <a:endParaRPr lang="en-US" sz="1028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64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100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80C750-A3DA-DD57-9D7D-AE81CEF72200}"/>
              </a:ext>
            </a:extLst>
          </p:cNvPr>
          <p:cNvSpPr/>
          <p:nvPr userDrawn="1"/>
        </p:nvSpPr>
        <p:spPr>
          <a:xfrm>
            <a:off x="9144000" y="525780"/>
            <a:ext cx="8629650" cy="8996680"/>
          </a:xfrm>
          <a:prstGeom prst="roundRect">
            <a:avLst>
              <a:gd name="adj" fmla="val 41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E09F29F-FB70-4479-9632-85DE314617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52624" y="893307"/>
            <a:ext cx="7869555" cy="8203205"/>
          </a:xfrm>
          <a:prstGeom prst="rect">
            <a:avLst/>
          </a:prstGeom>
          <a:noFill/>
        </p:spPr>
        <p:txBody>
          <a:bodyPr vert="horz" wrap="square" lIns="0" tIns="91440" rIns="0" bIns="274320" rtlCol="0">
            <a:normAutofit/>
          </a:bodyPr>
          <a:lstStyle>
            <a:lvl1pPr marL="0" indent="0">
              <a:lnSpc>
                <a:spcPct val="100000"/>
              </a:lnSpc>
              <a:spcAft>
                <a:spcPts val="4403"/>
              </a:spcAft>
              <a:buNone/>
              <a:defRPr lang="en-US" sz="2642" smtClean="0"/>
            </a:lvl1pPr>
            <a:lvl2pPr marL="0" indent="0">
              <a:lnSpc>
                <a:spcPct val="100000"/>
              </a:lnSpc>
              <a:spcAft>
                <a:spcPts val="4403"/>
              </a:spcAft>
              <a:buNone/>
              <a:defRPr lang="en-US" sz="2642" smtClean="0"/>
            </a:lvl2pPr>
            <a:lvl3pPr marL="0" indent="0">
              <a:lnSpc>
                <a:spcPct val="100000"/>
              </a:lnSpc>
              <a:spcAft>
                <a:spcPts val="4403"/>
              </a:spcAft>
              <a:buNone/>
              <a:defRPr lang="en-US" sz="2642" smtClean="0"/>
            </a:lvl3pPr>
            <a:lvl4pPr marL="0" indent="0">
              <a:lnSpc>
                <a:spcPct val="100000"/>
              </a:lnSpc>
              <a:spcAft>
                <a:spcPts val="4403"/>
              </a:spcAft>
              <a:buNone/>
              <a:defRPr lang="en-US" sz="2642" smtClean="0"/>
            </a:lvl4pPr>
            <a:lvl5pPr marL="0" indent="0">
              <a:lnSpc>
                <a:spcPct val="100000"/>
              </a:lnSpc>
              <a:spcAft>
                <a:spcPts val="4403"/>
              </a:spcAft>
              <a:buNone/>
              <a:defRPr lang="en-US" sz="2642"/>
            </a:lvl5pPr>
          </a:lstStyle>
          <a:p>
            <a:pPr marL="335459" lvl="0" indent="-335459">
              <a:spcAft>
                <a:spcPts val="4403"/>
              </a:spcAft>
              <a:buClr>
                <a:schemeClr val="tx1"/>
              </a:buClr>
            </a:pPr>
            <a:r>
              <a:rPr lang="en-US"/>
              <a:t>Enter Table of Contents</a:t>
            </a:r>
          </a:p>
          <a:p>
            <a:pPr marL="670919" lvl="1" indent="-670919">
              <a:spcAft>
                <a:spcPts val="4403"/>
              </a:spcAft>
              <a:buClr>
                <a:schemeClr val="tx1"/>
              </a:buClr>
            </a:pPr>
            <a:r>
              <a:rPr lang="en-US"/>
              <a:t>Item 2</a:t>
            </a:r>
          </a:p>
          <a:p>
            <a:pPr marL="670919" lvl="2" indent="-670919">
              <a:spcAft>
                <a:spcPts val="4403"/>
              </a:spcAft>
              <a:buClr>
                <a:schemeClr val="tx1"/>
              </a:buClr>
            </a:pPr>
            <a:r>
              <a:rPr lang="en-US"/>
              <a:t>Item 3</a:t>
            </a:r>
          </a:p>
          <a:p>
            <a:pPr marL="670919" lvl="3" indent="-670919">
              <a:spcAft>
                <a:spcPts val="4403"/>
              </a:spcAft>
              <a:buClr>
                <a:schemeClr val="tx1"/>
              </a:buClr>
            </a:pPr>
            <a:r>
              <a:rPr lang="en-US"/>
              <a:t>Item 4</a:t>
            </a:r>
          </a:p>
          <a:p>
            <a:pPr marL="670919" lvl="4" indent="-670919">
              <a:spcAft>
                <a:spcPts val="4403"/>
              </a:spcAft>
              <a:buClr>
                <a:schemeClr val="tx1"/>
              </a:buClr>
            </a:pPr>
            <a:r>
              <a:rPr lang="en-US"/>
              <a:t>Item 5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950FD9-0857-BC4D-D724-141D5EC11C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52623" y="8771763"/>
            <a:ext cx="342900" cy="35052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CE32A67-1C1D-F40A-E803-AB812DA2AF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3658852" y="9779940"/>
            <a:ext cx="4114800" cy="454773"/>
          </a:xfrm>
        </p:spPr>
        <p:txBody>
          <a:bodyPr/>
          <a:lstStyle/>
          <a:p>
            <a:fld id="{DC503246-BBCE-4F0A-BCDC-08FC4C5263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5958F1D-1354-38C6-1157-01E6ADD3BD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2" y="4534854"/>
            <a:ext cx="7409564" cy="978535"/>
          </a:xfrm>
        </p:spPr>
        <p:txBody>
          <a:bodyPr anchor="ctr"/>
          <a:lstStyle>
            <a:lvl1pPr>
              <a:defRPr b="0"/>
            </a:lvl1pPr>
          </a:lstStyle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6369262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73FA-018C-42B4-99E2-A1521E83A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93138"/>
            <a:ext cx="18719801" cy="978535"/>
          </a:xfrm>
        </p:spPr>
        <p:txBody>
          <a:bodyPr/>
          <a:lstStyle>
            <a:lvl1pPr>
              <a:defRPr sz="2936">
                <a:solidFill>
                  <a:schemeClr val="tx1"/>
                </a:solidFill>
              </a:defRPr>
            </a:lvl1pPr>
          </a:lstStyle>
          <a:p>
            <a:r>
              <a:rPr lang="en-US"/>
              <a:t>Blank layout (enter descriptive title here for accessibility)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93B4308-FECB-38BC-B6F7-56258608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658852" y="9792179"/>
            <a:ext cx="4114800" cy="454773"/>
          </a:xfrm>
        </p:spPr>
        <p:txBody>
          <a:bodyPr/>
          <a:lstStyle/>
          <a:p>
            <a:fld id="{DC503246-BBCE-4F0A-BCDC-08FC4C5263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4956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9B2D-B36B-40AC-9254-12739BCD59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38147-269C-DA4E-4F55-AC6F73DE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3246-BBCE-4F0A-BCDC-08FC4C5263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D83F9C9-4CA3-2D10-B04D-37BC85B0BD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2117141"/>
            <a:ext cx="17145002" cy="7262777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text or select icon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48466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llou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109FBF-A551-0E73-F8F7-CC7C0D3CAB0F}"/>
              </a:ext>
            </a:extLst>
          </p:cNvPr>
          <p:cNvSpPr/>
          <p:nvPr userDrawn="1"/>
        </p:nvSpPr>
        <p:spPr>
          <a:xfrm>
            <a:off x="628652" y="2103120"/>
            <a:ext cx="5223546" cy="7419340"/>
          </a:xfrm>
          <a:prstGeom prst="roundRect">
            <a:avLst>
              <a:gd name="adj" fmla="val 59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BDB79-7DA4-A7DA-FFAA-D970F473B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Content with callout box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CAFAC-60AE-A2BB-3ABA-C67F805E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3246-BBCE-4F0A-BCDC-08FC4C5263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EFCDA6E0-199E-CFF6-B962-CBE520A5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61675" y="2117141"/>
            <a:ext cx="11111976" cy="74193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text or select icon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8B6C33F-7237-0301-019C-9C29BD1E25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3867" y="5678420"/>
            <a:ext cx="4373115" cy="966162"/>
          </a:xfrm>
        </p:spPr>
        <p:txBody>
          <a:bodyPr>
            <a:sp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description about the statistic above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185725-CCF0-107E-74C4-803AED7FC7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38130" y="3294910"/>
            <a:ext cx="3604592" cy="2244302"/>
          </a:xfrm>
        </p:spPr>
        <p:txBody>
          <a:bodyPr/>
          <a:lstStyle>
            <a:lvl1pPr algn="ctr">
              <a:defRPr lang="en-US" sz="14088" kern="1200" dirty="0">
                <a:solidFill>
                  <a:schemeClr val="accent1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0A98F1B-C75F-EA18-F995-002280D998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3867" y="8412482"/>
            <a:ext cx="4373115" cy="911308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Aft>
                <a:spcPts val="3522"/>
              </a:spcAft>
              <a:buFont typeface="Arial" panose="020B0604020202020204" pitchFamily="34" charset="0"/>
              <a:buNone/>
              <a:defRPr sz="1761">
                <a:solidFill>
                  <a:schemeClr val="bg1">
                    <a:lumMod val="50000"/>
                  </a:schemeClr>
                </a:solidFill>
              </a:defRPr>
            </a:lvl1pPr>
            <a:lvl2pPr marL="838647" indent="-503189">
              <a:buFont typeface="Arial" panose="020B0604020202020204" pitchFamily="34" charset="0"/>
              <a:buChar char="•"/>
              <a:defRPr sz="3522"/>
            </a:lvl2pPr>
            <a:lvl3pPr marL="843308" indent="-503189">
              <a:buFont typeface="Arial" panose="020B0604020202020204" pitchFamily="34" charset="0"/>
              <a:buChar char="•"/>
              <a:defRPr sz="3522"/>
            </a:lvl3pPr>
            <a:lvl4pPr marL="1509566" indent="-503189">
              <a:buFont typeface="Arial" panose="020B0604020202020204" pitchFamily="34" charset="0"/>
              <a:buChar char="•"/>
              <a:defRPr sz="3522"/>
            </a:lvl4pPr>
            <a:lvl5pPr marL="1509566" indent="-503189">
              <a:buFont typeface="Arial" panose="020B0604020202020204" pitchFamily="34" charset="0"/>
              <a:buChar char="•"/>
              <a:defRPr sz="3522"/>
            </a:lvl5pPr>
          </a:lstStyle>
          <a:p>
            <a:pPr lvl="0"/>
            <a:r>
              <a:rPr lang="en-US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58213841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109FBF-A551-0E73-F8F7-CC7C0D3CAB0F}"/>
              </a:ext>
            </a:extLst>
          </p:cNvPr>
          <p:cNvSpPr/>
          <p:nvPr userDrawn="1"/>
        </p:nvSpPr>
        <p:spPr>
          <a:xfrm>
            <a:off x="628650" y="2103120"/>
            <a:ext cx="5475038" cy="7419340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42996E-6F08-E388-C5F1-CD159D4D761E}"/>
              </a:ext>
            </a:extLst>
          </p:cNvPr>
          <p:cNvSpPr/>
          <p:nvPr userDrawn="1"/>
        </p:nvSpPr>
        <p:spPr>
          <a:xfrm>
            <a:off x="6472640" y="2103120"/>
            <a:ext cx="5475038" cy="7419340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A42B68-F323-3DCC-6C67-66A38835C008}"/>
              </a:ext>
            </a:extLst>
          </p:cNvPr>
          <p:cNvSpPr/>
          <p:nvPr userDrawn="1"/>
        </p:nvSpPr>
        <p:spPr>
          <a:xfrm>
            <a:off x="12298615" y="2103120"/>
            <a:ext cx="5475038" cy="7419340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BDB79-7DA4-A7DA-FFAA-D970F473B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Three boxes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CAFAC-60AE-A2BB-3ABA-C67F805E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3246-BBCE-4F0A-BCDC-08FC4C5263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69F0D86-70D6-6F71-13AF-F3AF8FB16A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5868" y="2562929"/>
            <a:ext cx="4800600" cy="707886"/>
          </a:xfrm>
        </p:spPr>
        <p:txBody>
          <a:bodyPr anchor="t"/>
          <a:lstStyle>
            <a:lvl1pPr marL="0" indent="0" algn="ctr">
              <a:buNone/>
              <a:defRPr sz="3522" b="0">
                <a:solidFill>
                  <a:srgbClr val="007FAA"/>
                </a:solidFill>
              </a:defRPr>
            </a:lvl1pPr>
            <a:lvl2pPr marL="670919" indent="0">
              <a:buNone/>
              <a:defRPr sz="2936" b="1"/>
            </a:lvl2pPr>
            <a:lvl3pPr marL="1341837" indent="0">
              <a:buNone/>
              <a:defRPr sz="2642" b="1"/>
            </a:lvl3pPr>
            <a:lvl4pPr marL="2012754" indent="0">
              <a:buNone/>
              <a:defRPr sz="2348" b="1"/>
            </a:lvl4pPr>
            <a:lvl5pPr marL="2683673" indent="0">
              <a:buNone/>
              <a:defRPr sz="2348" b="1"/>
            </a:lvl5pPr>
            <a:lvl6pPr marL="3354591" indent="0">
              <a:buNone/>
              <a:defRPr sz="2348" b="1"/>
            </a:lvl6pPr>
            <a:lvl7pPr marL="4025510" indent="0">
              <a:buNone/>
              <a:defRPr sz="2348" b="1"/>
            </a:lvl7pPr>
            <a:lvl8pPr marL="4696427" indent="0">
              <a:buNone/>
              <a:defRPr sz="2348" b="1"/>
            </a:lvl8pPr>
            <a:lvl9pPr marL="5367345" indent="0">
              <a:buNone/>
              <a:defRPr sz="2348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ACFF790-4379-FC3E-FAAE-6F4E4AFC778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809856" y="2562929"/>
            <a:ext cx="4800600" cy="707886"/>
          </a:xfrm>
        </p:spPr>
        <p:txBody>
          <a:bodyPr anchor="t"/>
          <a:lstStyle>
            <a:lvl1pPr marL="0" indent="0" algn="ctr">
              <a:buNone/>
              <a:defRPr sz="3522" b="0">
                <a:solidFill>
                  <a:srgbClr val="007FAA"/>
                </a:solidFill>
              </a:defRPr>
            </a:lvl1pPr>
            <a:lvl2pPr marL="670919" indent="0">
              <a:buNone/>
              <a:defRPr sz="2936" b="1"/>
            </a:lvl2pPr>
            <a:lvl3pPr marL="1341837" indent="0">
              <a:buNone/>
              <a:defRPr sz="2642" b="1"/>
            </a:lvl3pPr>
            <a:lvl4pPr marL="2012754" indent="0">
              <a:buNone/>
              <a:defRPr sz="2348" b="1"/>
            </a:lvl4pPr>
            <a:lvl5pPr marL="2683673" indent="0">
              <a:buNone/>
              <a:defRPr sz="2348" b="1"/>
            </a:lvl5pPr>
            <a:lvl6pPr marL="3354591" indent="0">
              <a:buNone/>
              <a:defRPr sz="2348" b="1"/>
            </a:lvl6pPr>
            <a:lvl7pPr marL="4025510" indent="0">
              <a:buNone/>
              <a:defRPr sz="2348" b="1"/>
            </a:lvl7pPr>
            <a:lvl8pPr marL="4696427" indent="0">
              <a:buNone/>
              <a:defRPr sz="2348" b="1"/>
            </a:lvl8pPr>
            <a:lvl9pPr marL="5367345" indent="0">
              <a:buNone/>
              <a:defRPr sz="2348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7E0A030-1752-DF0E-1521-CBAE61D1CB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35831" y="2562929"/>
            <a:ext cx="4800600" cy="707886"/>
          </a:xfrm>
        </p:spPr>
        <p:txBody>
          <a:bodyPr anchor="t"/>
          <a:lstStyle>
            <a:lvl1pPr marL="0" indent="0" algn="ctr">
              <a:buNone/>
              <a:defRPr sz="3522" b="0">
                <a:solidFill>
                  <a:srgbClr val="007FAA"/>
                </a:solidFill>
              </a:defRPr>
            </a:lvl1pPr>
            <a:lvl2pPr marL="670919" indent="0">
              <a:buNone/>
              <a:defRPr sz="2936" b="1"/>
            </a:lvl2pPr>
            <a:lvl3pPr marL="1341837" indent="0">
              <a:buNone/>
              <a:defRPr sz="2642" b="1"/>
            </a:lvl3pPr>
            <a:lvl4pPr marL="2012754" indent="0">
              <a:buNone/>
              <a:defRPr sz="2348" b="1"/>
            </a:lvl4pPr>
            <a:lvl5pPr marL="2683673" indent="0">
              <a:buNone/>
              <a:defRPr sz="2348" b="1"/>
            </a:lvl5pPr>
            <a:lvl6pPr marL="3354591" indent="0">
              <a:buNone/>
              <a:defRPr sz="2348" b="1"/>
            </a:lvl6pPr>
            <a:lvl7pPr marL="4025510" indent="0">
              <a:buNone/>
              <a:defRPr sz="2348" b="1"/>
            </a:lvl7pPr>
            <a:lvl8pPr marL="4696427" indent="0">
              <a:buNone/>
              <a:defRPr sz="2348" b="1"/>
            </a:lvl8pPr>
            <a:lvl9pPr marL="5367345" indent="0">
              <a:buNone/>
              <a:defRPr sz="2348" b="1"/>
            </a:lvl9pPr>
          </a:lstStyle>
          <a:p>
            <a:pPr lvl="0"/>
            <a:r>
              <a:rPr lang="en-US"/>
              <a:t>Enter heading here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1507CCE-1100-B7A9-CAE7-19D2099EA3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5868" y="3512199"/>
            <a:ext cx="4800600" cy="541493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881"/>
              </a:spcAft>
              <a:buNone/>
              <a:defRPr sz="2348"/>
            </a:lvl1pPr>
            <a:lvl2pPr marL="754784" indent="-419324">
              <a:lnSpc>
                <a:spcPct val="100000"/>
              </a:lnSpc>
              <a:spcAft>
                <a:spcPts val="881"/>
              </a:spcAft>
              <a:buFont typeface="Arial" panose="020B0604020202020204" pitchFamily="34" charset="0"/>
              <a:buChar char="•"/>
              <a:defRPr sz="2055"/>
            </a:lvl2pPr>
            <a:lvl3pPr marL="759443" indent="-419324">
              <a:buFont typeface="Arial" panose="020B0604020202020204" pitchFamily="34" charset="0"/>
              <a:buChar char="•"/>
              <a:defRPr sz="2348"/>
            </a:lvl3pPr>
            <a:lvl4pPr marL="1425701" indent="-419324">
              <a:buFont typeface="Arial" panose="020B0604020202020204" pitchFamily="34" charset="0"/>
              <a:buChar char="•"/>
              <a:defRPr sz="2055"/>
            </a:lvl4pPr>
            <a:lvl5pPr marL="1425701" indent="-419324">
              <a:buFont typeface="Arial" panose="020B0604020202020204" pitchFamily="34" charset="0"/>
              <a:buChar char="•"/>
              <a:defRPr sz="2055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F930537-8E83-F8AB-46CC-9985BC31A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09856" y="3512199"/>
            <a:ext cx="4800600" cy="541493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881"/>
              </a:spcAft>
              <a:buNone/>
              <a:defRPr sz="2348"/>
            </a:lvl1pPr>
            <a:lvl2pPr marL="754784" indent="-419324">
              <a:lnSpc>
                <a:spcPct val="100000"/>
              </a:lnSpc>
              <a:spcAft>
                <a:spcPts val="881"/>
              </a:spcAft>
              <a:buFont typeface="Arial" panose="020B0604020202020204" pitchFamily="34" charset="0"/>
              <a:buChar char="•"/>
              <a:defRPr sz="2055"/>
            </a:lvl2pPr>
            <a:lvl3pPr marL="759443" indent="-419324">
              <a:buFont typeface="Arial" panose="020B0604020202020204" pitchFamily="34" charset="0"/>
              <a:buChar char="•"/>
              <a:defRPr sz="2348"/>
            </a:lvl3pPr>
            <a:lvl4pPr marL="1425701" indent="-419324">
              <a:buFont typeface="Arial" panose="020B0604020202020204" pitchFamily="34" charset="0"/>
              <a:buChar char="•"/>
              <a:defRPr sz="2055"/>
            </a:lvl4pPr>
            <a:lvl5pPr marL="1425701" indent="-419324">
              <a:buFont typeface="Arial" panose="020B0604020202020204" pitchFamily="34" charset="0"/>
              <a:buChar char="•"/>
              <a:defRPr sz="2055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B07F05A-3E77-F744-C842-9FF34260BA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35831" y="3512199"/>
            <a:ext cx="4800600" cy="541493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881"/>
              </a:spcAft>
              <a:buNone/>
              <a:defRPr sz="2348"/>
            </a:lvl1pPr>
            <a:lvl2pPr marL="754784" indent="-419324">
              <a:lnSpc>
                <a:spcPct val="100000"/>
              </a:lnSpc>
              <a:spcAft>
                <a:spcPts val="881"/>
              </a:spcAft>
              <a:buFont typeface="Arial" panose="020B0604020202020204" pitchFamily="34" charset="0"/>
              <a:buChar char="•"/>
              <a:defRPr sz="2055"/>
            </a:lvl2pPr>
            <a:lvl3pPr marL="759443" indent="-419324">
              <a:buFont typeface="Arial" panose="020B0604020202020204" pitchFamily="34" charset="0"/>
              <a:buChar char="•"/>
              <a:defRPr sz="2348"/>
            </a:lvl3pPr>
            <a:lvl4pPr marL="1425701" indent="-419324">
              <a:buFont typeface="Arial" panose="020B0604020202020204" pitchFamily="34" charset="0"/>
              <a:buChar char="•"/>
              <a:defRPr sz="2055"/>
            </a:lvl4pPr>
            <a:lvl5pPr marL="1425701" indent="-419324">
              <a:buFont typeface="Arial" panose="020B0604020202020204" pitchFamily="34" charset="0"/>
              <a:buChar char="•"/>
              <a:defRPr sz="2055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4157938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BEDB22-927C-681B-8336-3520375F64EF}"/>
              </a:ext>
            </a:extLst>
          </p:cNvPr>
          <p:cNvSpPr/>
          <p:nvPr userDrawn="1"/>
        </p:nvSpPr>
        <p:spPr>
          <a:xfrm>
            <a:off x="628650" y="2103120"/>
            <a:ext cx="3981450" cy="7419340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4C956-3E02-F312-E193-87E518E75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Four Content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82D21-4424-D010-291D-A10D7356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3246-BBCE-4F0A-BCDC-08FC4C5263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D3ED9C0-7057-5BD1-B3CB-9531237D4E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02970" y="2453640"/>
            <a:ext cx="3450590" cy="613502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2936" b="0" kern="1200" dirty="0">
                <a:solidFill>
                  <a:srgbClr val="007FAA"/>
                </a:solidFill>
                <a:latin typeface="+mn-lt"/>
                <a:ea typeface="+mn-ea"/>
                <a:cs typeface="+mn-cs"/>
              </a:defRPr>
            </a:lvl1pPr>
            <a:lvl2pPr marL="670919" indent="0">
              <a:buNone/>
              <a:defRPr sz="2936" b="1"/>
            </a:lvl2pPr>
            <a:lvl3pPr marL="1341837" indent="0">
              <a:buNone/>
              <a:defRPr sz="2642" b="1"/>
            </a:lvl3pPr>
            <a:lvl4pPr marL="2012754" indent="0">
              <a:buNone/>
              <a:defRPr sz="2348" b="1"/>
            </a:lvl4pPr>
            <a:lvl5pPr marL="2683673" indent="0">
              <a:buNone/>
              <a:defRPr sz="2348" b="1"/>
            </a:lvl5pPr>
            <a:lvl6pPr marL="3354591" indent="0">
              <a:buNone/>
              <a:defRPr sz="2348" b="1"/>
            </a:lvl6pPr>
            <a:lvl7pPr marL="4025510" indent="0">
              <a:buNone/>
              <a:defRPr sz="2348" b="1"/>
            </a:lvl7pPr>
            <a:lvl8pPr marL="4696427" indent="0">
              <a:buNone/>
              <a:defRPr sz="2348" b="1"/>
            </a:lvl8pPr>
            <a:lvl9pPr marL="5367345" indent="0">
              <a:buNone/>
              <a:defRPr sz="2348" b="1"/>
            </a:lvl9pPr>
          </a:lstStyle>
          <a:p>
            <a:pPr marL="0" lvl="0" indent="0" algn="ctr" defTabSz="1341837" rtl="0" eaLnBrk="1" latinLnBrk="0" hangingPunct="1">
              <a:lnSpc>
                <a:spcPct val="110000"/>
              </a:lnSpc>
              <a:spcBef>
                <a:spcPts val="881"/>
              </a:spcBef>
              <a:spcAft>
                <a:spcPts val="1761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</a:pPr>
            <a:r>
              <a:rPr lang="en-US" dirty="0"/>
              <a:t>Enter heading here</a:t>
            </a:r>
          </a:p>
        </p:txBody>
      </p:sp>
      <p:sp>
        <p:nvSpPr>
          <p:cNvPr id="30" name="Rectangle: Rounded Corners 14">
            <a:extLst>
              <a:ext uri="{FF2B5EF4-FFF2-40B4-BE49-F238E27FC236}">
                <a16:creationId xmlns:a16="http://schemas.microsoft.com/office/drawing/2014/main" id="{CDA630CA-AC91-9937-3BDE-708242D99EE2}"/>
              </a:ext>
            </a:extLst>
          </p:cNvPr>
          <p:cNvSpPr/>
          <p:nvPr userDrawn="1"/>
        </p:nvSpPr>
        <p:spPr>
          <a:xfrm>
            <a:off x="5016500" y="2103120"/>
            <a:ext cx="3981450" cy="7419340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31" name="Rectangle: Rounded Corners 14">
            <a:extLst>
              <a:ext uri="{FF2B5EF4-FFF2-40B4-BE49-F238E27FC236}">
                <a16:creationId xmlns:a16="http://schemas.microsoft.com/office/drawing/2014/main" id="{D9FE9A6B-FC2A-9A04-C60A-5FF8E588915F}"/>
              </a:ext>
            </a:extLst>
          </p:cNvPr>
          <p:cNvSpPr/>
          <p:nvPr userDrawn="1"/>
        </p:nvSpPr>
        <p:spPr>
          <a:xfrm>
            <a:off x="9404349" y="2103120"/>
            <a:ext cx="3981450" cy="7419340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32" name="Rectangle: Rounded Corners 14">
            <a:extLst>
              <a:ext uri="{FF2B5EF4-FFF2-40B4-BE49-F238E27FC236}">
                <a16:creationId xmlns:a16="http://schemas.microsoft.com/office/drawing/2014/main" id="{5132F6C4-259F-A485-6FEB-B51E68939AC4}"/>
              </a:ext>
            </a:extLst>
          </p:cNvPr>
          <p:cNvSpPr/>
          <p:nvPr userDrawn="1"/>
        </p:nvSpPr>
        <p:spPr>
          <a:xfrm>
            <a:off x="13792200" y="2103120"/>
            <a:ext cx="3981450" cy="7419340"/>
          </a:xfrm>
          <a:prstGeom prst="roundRect">
            <a:avLst>
              <a:gd name="adj" fmla="val 64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95" err="1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ACFE3EF-31FB-9767-3942-855DA022D2D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81932" y="2453640"/>
            <a:ext cx="3450590" cy="613502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2936" b="0" kern="1200" dirty="0">
                <a:solidFill>
                  <a:srgbClr val="007FAA"/>
                </a:solidFill>
                <a:latin typeface="+mn-lt"/>
                <a:ea typeface="+mn-ea"/>
                <a:cs typeface="+mn-cs"/>
              </a:defRPr>
            </a:lvl1pPr>
            <a:lvl2pPr marL="670919" indent="0">
              <a:buNone/>
              <a:defRPr sz="2936" b="1"/>
            </a:lvl2pPr>
            <a:lvl3pPr marL="1341837" indent="0">
              <a:buNone/>
              <a:defRPr sz="2642" b="1"/>
            </a:lvl3pPr>
            <a:lvl4pPr marL="2012754" indent="0">
              <a:buNone/>
              <a:defRPr sz="2348" b="1"/>
            </a:lvl4pPr>
            <a:lvl5pPr marL="2683673" indent="0">
              <a:buNone/>
              <a:defRPr sz="2348" b="1"/>
            </a:lvl5pPr>
            <a:lvl6pPr marL="3354591" indent="0">
              <a:buNone/>
              <a:defRPr sz="2348" b="1"/>
            </a:lvl6pPr>
            <a:lvl7pPr marL="4025510" indent="0">
              <a:buNone/>
              <a:defRPr sz="2348" b="1"/>
            </a:lvl7pPr>
            <a:lvl8pPr marL="4696427" indent="0">
              <a:buNone/>
              <a:defRPr sz="2348" b="1"/>
            </a:lvl8pPr>
            <a:lvl9pPr marL="5367345" indent="0">
              <a:buNone/>
              <a:defRPr sz="2348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5C4A104-65E1-D9DA-FB3D-FB3069741FD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669782" y="2453640"/>
            <a:ext cx="3450590" cy="613502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2936" b="0" kern="1200" dirty="0">
                <a:solidFill>
                  <a:srgbClr val="007FAA"/>
                </a:solidFill>
                <a:latin typeface="+mn-lt"/>
                <a:ea typeface="+mn-ea"/>
                <a:cs typeface="+mn-cs"/>
              </a:defRPr>
            </a:lvl1pPr>
            <a:lvl2pPr marL="670919" indent="0">
              <a:buNone/>
              <a:defRPr sz="2936" b="1"/>
            </a:lvl2pPr>
            <a:lvl3pPr marL="1341837" indent="0">
              <a:buNone/>
              <a:defRPr sz="2642" b="1"/>
            </a:lvl3pPr>
            <a:lvl4pPr marL="2012754" indent="0">
              <a:buNone/>
              <a:defRPr sz="2348" b="1"/>
            </a:lvl4pPr>
            <a:lvl5pPr marL="2683673" indent="0">
              <a:buNone/>
              <a:defRPr sz="2348" b="1"/>
            </a:lvl5pPr>
            <a:lvl6pPr marL="3354591" indent="0">
              <a:buNone/>
              <a:defRPr sz="2348" b="1"/>
            </a:lvl6pPr>
            <a:lvl7pPr marL="4025510" indent="0">
              <a:buNone/>
              <a:defRPr sz="2348" b="1"/>
            </a:lvl7pPr>
            <a:lvl8pPr marL="4696427" indent="0">
              <a:buNone/>
              <a:defRPr sz="2348" b="1"/>
            </a:lvl8pPr>
            <a:lvl9pPr marL="5367345" indent="0">
              <a:buNone/>
              <a:defRPr sz="2348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1102334C-C71A-030B-D4A9-CDCB5F6F07D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4057633" y="2453640"/>
            <a:ext cx="3450590" cy="613502"/>
          </a:xfr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2936" b="0" kern="1200" dirty="0">
                <a:solidFill>
                  <a:srgbClr val="007FAA"/>
                </a:solidFill>
                <a:latin typeface="+mn-lt"/>
                <a:ea typeface="+mn-ea"/>
                <a:cs typeface="+mn-cs"/>
              </a:defRPr>
            </a:lvl1pPr>
            <a:lvl2pPr marL="670919" indent="0">
              <a:buNone/>
              <a:defRPr sz="2936" b="1"/>
            </a:lvl2pPr>
            <a:lvl3pPr marL="1341837" indent="0">
              <a:buNone/>
              <a:defRPr sz="2642" b="1"/>
            </a:lvl3pPr>
            <a:lvl4pPr marL="2012754" indent="0">
              <a:buNone/>
              <a:defRPr sz="2348" b="1"/>
            </a:lvl4pPr>
            <a:lvl5pPr marL="2683673" indent="0">
              <a:buNone/>
              <a:defRPr sz="2348" b="1"/>
            </a:lvl5pPr>
            <a:lvl6pPr marL="3354591" indent="0">
              <a:buNone/>
              <a:defRPr sz="2348" b="1"/>
            </a:lvl6pPr>
            <a:lvl7pPr marL="4025510" indent="0">
              <a:buNone/>
              <a:defRPr sz="2348" b="1"/>
            </a:lvl7pPr>
            <a:lvl8pPr marL="4696427" indent="0">
              <a:buNone/>
              <a:defRPr sz="2348" b="1"/>
            </a:lvl8pPr>
            <a:lvl9pPr marL="5367345" indent="0">
              <a:buNone/>
              <a:defRPr sz="2348" b="1"/>
            </a:lvl9pPr>
          </a:lstStyle>
          <a:p>
            <a:pPr marL="0" lvl="0" indent="0" algn="ctr" defTabSz="1341837" rtl="0" eaLnBrk="1" latinLnBrk="0" hangingPunct="1">
              <a:lnSpc>
                <a:spcPct val="100000"/>
              </a:lnSpc>
              <a:spcBef>
                <a:spcPts val="881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Amazon Ember Display" panose="020F0603020204020204" pitchFamily="34" charset="0"/>
              <a:buNone/>
              <a:tabLst/>
            </a:pPr>
            <a:r>
              <a:rPr lang="en-US" dirty="0"/>
              <a:t>Enter heading here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EB52B911-4207-C46F-113B-F258B4F94B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2970" y="3154703"/>
            <a:ext cx="3450590" cy="589763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881"/>
              </a:spcAft>
              <a:buNone/>
              <a:defRPr sz="2348"/>
            </a:lvl1pPr>
            <a:lvl2pPr marL="754784" indent="-419324">
              <a:lnSpc>
                <a:spcPct val="100000"/>
              </a:lnSpc>
              <a:spcAft>
                <a:spcPts val="881"/>
              </a:spcAft>
              <a:buFont typeface="Arial" panose="020B0604020202020204" pitchFamily="34" charset="0"/>
              <a:buChar char="•"/>
              <a:defRPr sz="2055"/>
            </a:lvl2pPr>
            <a:lvl3pPr marL="759443" indent="-419324">
              <a:buFont typeface="Arial" panose="020B0604020202020204" pitchFamily="34" charset="0"/>
              <a:buChar char="•"/>
              <a:defRPr sz="2348"/>
            </a:lvl3pPr>
            <a:lvl4pPr marL="1425701" indent="-419324">
              <a:buFont typeface="Arial" panose="020B0604020202020204" pitchFamily="34" charset="0"/>
              <a:buChar char="•"/>
              <a:defRPr sz="2055"/>
            </a:lvl4pPr>
            <a:lvl5pPr marL="1425701" indent="-419324">
              <a:buFont typeface="Arial" panose="020B0604020202020204" pitchFamily="34" charset="0"/>
              <a:buChar char="•"/>
              <a:defRPr sz="2055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82EEC020-2B38-F3F5-E533-DCA83FC423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81932" y="3154703"/>
            <a:ext cx="3450590" cy="589763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881"/>
              </a:spcAft>
              <a:buNone/>
              <a:defRPr sz="2348"/>
            </a:lvl1pPr>
            <a:lvl2pPr marL="754784" indent="-419324">
              <a:lnSpc>
                <a:spcPct val="100000"/>
              </a:lnSpc>
              <a:spcAft>
                <a:spcPts val="881"/>
              </a:spcAft>
              <a:buFont typeface="Arial" panose="020B0604020202020204" pitchFamily="34" charset="0"/>
              <a:buChar char="•"/>
              <a:defRPr sz="2055"/>
            </a:lvl2pPr>
            <a:lvl3pPr marL="759443" indent="-419324">
              <a:buFont typeface="Arial" panose="020B0604020202020204" pitchFamily="34" charset="0"/>
              <a:buChar char="•"/>
              <a:defRPr sz="2348"/>
            </a:lvl3pPr>
            <a:lvl4pPr marL="1425701" indent="-419324">
              <a:buFont typeface="Arial" panose="020B0604020202020204" pitchFamily="34" charset="0"/>
              <a:buChar char="•"/>
              <a:defRPr sz="2055"/>
            </a:lvl4pPr>
            <a:lvl5pPr marL="1425701" indent="-419324">
              <a:buFont typeface="Arial" panose="020B0604020202020204" pitchFamily="34" charset="0"/>
              <a:buChar char="•"/>
              <a:defRPr sz="2055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1FFBAB18-CE57-4B93-13ED-315A35A649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69782" y="3154703"/>
            <a:ext cx="3450590" cy="589763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881"/>
              </a:spcAft>
              <a:buNone/>
              <a:defRPr sz="2348"/>
            </a:lvl1pPr>
            <a:lvl2pPr marL="754784" indent="-419324">
              <a:lnSpc>
                <a:spcPct val="100000"/>
              </a:lnSpc>
              <a:spcAft>
                <a:spcPts val="881"/>
              </a:spcAft>
              <a:buFont typeface="Arial" panose="020B0604020202020204" pitchFamily="34" charset="0"/>
              <a:buChar char="•"/>
              <a:defRPr sz="2055"/>
            </a:lvl2pPr>
            <a:lvl3pPr marL="759443" indent="-419324">
              <a:buFont typeface="Arial" panose="020B0604020202020204" pitchFamily="34" charset="0"/>
              <a:buChar char="•"/>
              <a:defRPr sz="2348"/>
            </a:lvl3pPr>
            <a:lvl4pPr marL="1425701" indent="-419324">
              <a:buFont typeface="Arial" panose="020B0604020202020204" pitchFamily="34" charset="0"/>
              <a:buChar char="•"/>
              <a:defRPr sz="2055"/>
            </a:lvl4pPr>
            <a:lvl5pPr marL="1425701" indent="-419324">
              <a:buFont typeface="Arial" panose="020B0604020202020204" pitchFamily="34" charset="0"/>
              <a:buChar char="•"/>
              <a:defRPr sz="2055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BDED16B3-AF33-1146-E58E-91B04C4580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057633" y="3154703"/>
            <a:ext cx="3450590" cy="589763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881"/>
              </a:spcAft>
              <a:buNone/>
              <a:defRPr sz="2348"/>
            </a:lvl1pPr>
            <a:lvl2pPr marL="754784" indent="-419324">
              <a:lnSpc>
                <a:spcPct val="100000"/>
              </a:lnSpc>
              <a:spcAft>
                <a:spcPts val="881"/>
              </a:spcAft>
              <a:buFont typeface="Arial" panose="020B0604020202020204" pitchFamily="34" charset="0"/>
              <a:buChar char="•"/>
              <a:defRPr sz="2055"/>
            </a:lvl2pPr>
            <a:lvl3pPr marL="759443" indent="-419324">
              <a:buFont typeface="Arial" panose="020B0604020202020204" pitchFamily="34" charset="0"/>
              <a:buChar char="•"/>
              <a:defRPr sz="2348"/>
            </a:lvl3pPr>
            <a:lvl4pPr marL="1425701" indent="-419324">
              <a:buFont typeface="Arial" panose="020B0604020202020204" pitchFamily="34" charset="0"/>
              <a:buChar char="•"/>
              <a:defRPr sz="2055"/>
            </a:lvl4pPr>
            <a:lvl5pPr marL="1425701" indent="-419324">
              <a:buFont typeface="Arial" panose="020B0604020202020204" pitchFamily="34" charset="0"/>
              <a:buChar char="•"/>
              <a:defRPr sz="2055"/>
            </a:lvl5pPr>
          </a:lstStyle>
          <a:p>
            <a:pPr lvl="0"/>
            <a:r>
              <a:rPr lang="en-US"/>
              <a:t>Enter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9372428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-Divider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0138-670A-478D-BCC5-48A85ECF1D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4151993"/>
            <a:ext cx="12287250" cy="2211611"/>
          </a:xfrm>
        </p:spPr>
        <p:txBody>
          <a:bodyPr anchor="ctr"/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1290394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Divider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0138-670A-478D-BCC5-48A85ECF1D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4151993"/>
            <a:ext cx="12287250" cy="2211611"/>
          </a:xfrm>
        </p:spPr>
        <p:txBody>
          <a:bodyPr anchor="ctr"/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978475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-Divider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0138-670A-478D-BCC5-48A85ECF1D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4151993"/>
            <a:ext cx="12287250" cy="2211611"/>
          </a:xfrm>
        </p:spPr>
        <p:txBody>
          <a:bodyPr anchor="ctr"/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4107082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-Divider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0138-670A-478D-BCC5-48A85ECF1D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4151993"/>
            <a:ext cx="12287250" cy="2211611"/>
          </a:xfrm>
        </p:spPr>
        <p:txBody>
          <a:bodyPr anchor="ctr"/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1961467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-Divider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0138-670A-478D-BCC5-48A85ECF1D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4151993"/>
            <a:ext cx="12287250" cy="2211611"/>
          </a:xfrm>
        </p:spPr>
        <p:txBody>
          <a:bodyPr anchor="ctr"/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7657570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3E453-FCA0-4AE3-DD2D-601A581D6ED6}"/>
              </a:ext>
            </a:extLst>
          </p:cNvPr>
          <p:cNvSpPr txBox="1"/>
          <p:nvPr userDrawn="1"/>
        </p:nvSpPr>
        <p:spPr bwMode="white">
          <a:xfrm>
            <a:off x="822960" y="4524520"/>
            <a:ext cx="8515350" cy="1466561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097278">
              <a:lnSpc>
                <a:spcPct val="90000"/>
              </a:lnSpc>
              <a:spcBef>
                <a:spcPct val="0"/>
              </a:spcBef>
              <a:buNone/>
              <a:defRPr lang="en-US" sz="6600" b="0" cap="none" spc="-118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Amazon Ember Display Heavy" panose="020F0803020204020204" pitchFamily="34" charset="0"/>
                <a:ea typeface="Amazon Ember Display Heavy" panose="020F0803020204020204" pitchFamily="34" charset="0"/>
                <a:cs typeface="Amazon Ember Display Heavy" panose="020F0803020204020204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sz="9900" b="0" i="0" spc="-225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88104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B99713-188F-8DC4-583F-5F7E5094A59A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22960" y="9809069"/>
            <a:ext cx="2346813" cy="42099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1DBC7-A563-4787-896F-A8C55AC3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759462"/>
            <a:ext cx="17145002" cy="978535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4A25B-ECC2-4D0E-BA51-828900AA1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2122576"/>
            <a:ext cx="17145002" cy="7247233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EABC0-4D9B-4F84-9C7F-2B0BE8033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58852" y="9792179"/>
            <a:ext cx="4114800" cy="454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5">
                <a:solidFill>
                  <a:srgbClr val="161D26"/>
                </a:solidFill>
              </a:defRPr>
            </a:lvl1pPr>
          </a:lstStyle>
          <a:p>
            <a:fld id="{DC503246-BBCE-4F0A-BCDC-08FC4C5263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4CAD4279-FBF3-4755-ADA6-63C789BE8BA1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3476328" y="9931175"/>
            <a:ext cx="8668982" cy="135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881" dirty="0">
                <a:solidFill>
                  <a:schemeClr val="tx2"/>
                </a:solidFill>
              </a:rPr>
              <a:t>© </a:t>
            </a:r>
            <a:fld id="{C09C7244-04FA-4945-8501-81AE75998B9F}" type="datetimeyyyy">
              <a:rPr lang="en-US" sz="881" smtClean="0">
                <a:solidFill>
                  <a:schemeClr val="tx2"/>
                </a:solidFill>
              </a:rPr>
              <a:pPr algn="l"/>
              <a:t>2026</a:t>
            </a:fld>
            <a:r>
              <a:rPr lang="en-US" sz="881" dirty="0">
                <a:solidFill>
                  <a:schemeClr val="tx2"/>
                </a:solidFill>
              </a:rPr>
              <a:t>, Amazon Web Services, Inc. or its affiliates. All rights reserved.</a:t>
            </a:r>
            <a:endParaRPr lang="en-US" sz="881" b="1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865737-93C0-F68E-CE35-12D9F3B7C0D5}"/>
              </a:ext>
            </a:extLst>
          </p:cNvPr>
          <p:cNvSpPr/>
          <p:nvPr userDrawn="1"/>
        </p:nvSpPr>
        <p:spPr>
          <a:xfrm>
            <a:off x="0" y="0"/>
            <a:ext cx="120456" cy="10515600"/>
          </a:xfrm>
          <a:prstGeom prst="rect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23000">
                <a:srgbClr val="6BC3FF"/>
              </a:gs>
              <a:gs pos="0">
                <a:srgbClr val="006BD6"/>
              </a:gs>
              <a:gs pos="100000">
                <a:srgbClr val="E433FF"/>
              </a:gs>
              <a:gs pos="74000">
                <a:srgbClr val="FF990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995"/>
          </a:p>
        </p:txBody>
      </p:sp>
    </p:spTree>
    <p:extLst>
      <p:ext uri="{BB962C8B-B14F-4D97-AF65-F5344CB8AC3E}">
        <p14:creationId xmlns:p14="http://schemas.microsoft.com/office/powerpoint/2010/main" val="309893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8" r:id="rId2"/>
    <p:sldLayoutId id="214748396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70" r:id="rId11"/>
    <p:sldLayoutId id="2147483969" r:id="rId12"/>
    <p:sldLayoutId id="2147483958" r:id="rId13"/>
    <p:sldLayoutId id="2147483957" r:id="rId14"/>
    <p:sldLayoutId id="2147483971" r:id="rId15"/>
    <p:sldLayoutId id="2147483955" r:id="rId16"/>
  </p:sldLayoutIdLst>
  <p:transition>
    <p:fade/>
  </p:transition>
  <p:hf hdr="0" ftr="0" dt="0"/>
  <p:txStyles>
    <p:titleStyle>
      <a:lvl1pPr algn="l" defTabSz="1341837" rtl="0" eaLnBrk="1" latinLnBrk="0" hangingPunct="1">
        <a:lnSpc>
          <a:spcPct val="110000"/>
        </a:lnSpc>
        <a:spcBef>
          <a:spcPct val="0"/>
        </a:spcBef>
        <a:buNone/>
        <a:defRPr sz="4697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41837" rtl="0" eaLnBrk="1" latinLnBrk="0" hangingPunct="1">
        <a:lnSpc>
          <a:spcPct val="110000"/>
        </a:lnSpc>
        <a:spcBef>
          <a:spcPts val="881"/>
        </a:spcBef>
        <a:spcAft>
          <a:spcPts val="1761"/>
        </a:spcAft>
        <a:buClr>
          <a:schemeClr val="tx1"/>
        </a:buClr>
        <a:buSzPct val="90000"/>
        <a:buFont typeface="Amazon Ember Display" panose="020F0603020204020204" pitchFamily="34" charset="0"/>
        <a:buNone/>
        <a:tabLst/>
        <a:defRPr sz="2642" kern="1200">
          <a:solidFill>
            <a:schemeClr val="tx1"/>
          </a:solidFill>
          <a:latin typeface="+mn-lt"/>
          <a:ea typeface="+mn-ea"/>
          <a:cs typeface="+mn-cs"/>
        </a:defRPr>
      </a:lvl1pPr>
      <a:lvl2pPr marL="768761" indent="-433302" algn="l" defTabSz="1341837" rtl="0" eaLnBrk="1" latinLnBrk="0" hangingPunct="1">
        <a:lnSpc>
          <a:spcPct val="110000"/>
        </a:lnSpc>
        <a:spcBef>
          <a:spcPts val="0"/>
        </a:spcBef>
        <a:spcAft>
          <a:spcPts val="1761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sz="2348" kern="1200">
          <a:solidFill>
            <a:schemeClr val="tx1"/>
          </a:solidFill>
          <a:latin typeface="+mn-lt"/>
          <a:ea typeface="+mn-ea"/>
          <a:cs typeface="+mn-cs"/>
        </a:defRPr>
      </a:lvl2pPr>
      <a:lvl3pPr marL="768761" indent="-433302" algn="l" defTabSz="1341837" rtl="0" eaLnBrk="1" latinLnBrk="0" hangingPunct="1">
        <a:lnSpc>
          <a:spcPct val="110000"/>
        </a:lnSpc>
        <a:spcBef>
          <a:spcPts val="0"/>
        </a:spcBef>
        <a:spcAft>
          <a:spcPts val="1761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sz="2348" kern="1200">
          <a:solidFill>
            <a:schemeClr val="tx1"/>
          </a:solidFill>
          <a:latin typeface="+mn-lt"/>
          <a:ea typeface="+mn-ea"/>
          <a:cs typeface="+mn-cs"/>
        </a:defRPr>
      </a:lvl3pPr>
      <a:lvl4pPr marL="1425701" indent="-419324" algn="l" defTabSz="1341837" rtl="0" eaLnBrk="1" latinLnBrk="0" hangingPunct="1">
        <a:lnSpc>
          <a:spcPct val="110000"/>
        </a:lnSpc>
        <a:spcBef>
          <a:spcPts val="0"/>
        </a:spcBef>
        <a:spcAft>
          <a:spcPts val="1761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sz="2348" kern="1200">
          <a:solidFill>
            <a:schemeClr val="tx1"/>
          </a:solidFill>
          <a:latin typeface="+mn-lt"/>
          <a:ea typeface="+mn-ea"/>
          <a:cs typeface="+mn-cs"/>
        </a:defRPr>
      </a:lvl4pPr>
      <a:lvl5pPr marL="1425701" indent="-419324" algn="l" defTabSz="1341837" rtl="0" eaLnBrk="1" latinLnBrk="0" hangingPunct="1">
        <a:lnSpc>
          <a:spcPct val="110000"/>
        </a:lnSpc>
        <a:spcBef>
          <a:spcPts val="0"/>
        </a:spcBef>
        <a:spcAft>
          <a:spcPts val="1761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sz="2348" kern="1200">
          <a:solidFill>
            <a:schemeClr val="tx1"/>
          </a:solidFill>
          <a:latin typeface="+mn-lt"/>
          <a:ea typeface="+mn-ea"/>
          <a:cs typeface="+mn-cs"/>
        </a:defRPr>
      </a:lvl5pPr>
      <a:lvl6pPr marL="3690050" indent="-335459" algn="l" defTabSz="1341837" rtl="0" eaLnBrk="1" latinLnBrk="0" hangingPunct="1">
        <a:lnSpc>
          <a:spcPct val="90000"/>
        </a:lnSpc>
        <a:spcBef>
          <a:spcPts val="734"/>
        </a:spcBef>
        <a:buFont typeface="Amazon Ember Display" panose="020F0603020204020204" pitchFamily="34" charset="0"/>
        <a:buChar char="•"/>
        <a:defRPr sz="2642" kern="1200">
          <a:solidFill>
            <a:schemeClr val="tx1"/>
          </a:solidFill>
          <a:latin typeface="+mn-lt"/>
          <a:ea typeface="+mn-ea"/>
          <a:cs typeface="+mn-cs"/>
        </a:defRPr>
      </a:lvl6pPr>
      <a:lvl7pPr marL="4360968" indent="-335459" algn="l" defTabSz="1341837" rtl="0" eaLnBrk="1" latinLnBrk="0" hangingPunct="1">
        <a:lnSpc>
          <a:spcPct val="90000"/>
        </a:lnSpc>
        <a:spcBef>
          <a:spcPts val="734"/>
        </a:spcBef>
        <a:buFont typeface="Amazon Ember Display" panose="020F0603020204020204" pitchFamily="34" charset="0"/>
        <a:buChar char="•"/>
        <a:defRPr sz="2642" kern="1200">
          <a:solidFill>
            <a:schemeClr val="tx1"/>
          </a:solidFill>
          <a:latin typeface="+mn-lt"/>
          <a:ea typeface="+mn-ea"/>
          <a:cs typeface="+mn-cs"/>
        </a:defRPr>
      </a:lvl7pPr>
      <a:lvl8pPr marL="5031887" indent="-335459" algn="l" defTabSz="1341837" rtl="0" eaLnBrk="1" latinLnBrk="0" hangingPunct="1">
        <a:lnSpc>
          <a:spcPct val="90000"/>
        </a:lnSpc>
        <a:spcBef>
          <a:spcPts val="734"/>
        </a:spcBef>
        <a:buFont typeface="Amazon Ember Display" panose="020F0603020204020204" pitchFamily="34" charset="0"/>
        <a:buChar char="•"/>
        <a:defRPr sz="2642" kern="1200">
          <a:solidFill>
            <a:schemeClr val="tx1"/>
          </a:solidFill>
          <a:latin typeface="+mn-lt"/>
          <a:ea typeface="+mn-ea"/>
          <a:cs typeface="+mn-cs"/>
        </a:defRPr>
      </a:lvl8pPr>
      <a:lvl9pPr marL="5702804" indent="-335459" algn="l" defTabSz="1341837" rtl="0" eaLnBrk="1" latinLnBrk="0" hangingPunct="1">
        <a:lnSpc>
          <a:spcPct val="90000"/>
        </a:lnSpc>
        <a:spcBef>
          <a:spcPts val="734"/>
        </a:spcBef>
        <a:buFont typeface="Amazon Ember Display" panose="020F0603020204020204" pitchFamily="34" charset="0"/>
        <a:buChar char="•"/>
        <a:defRPr sz="26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1pPr>
      <a:lvl2pPr marL="670919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2pPr>
      <a:lvl3pPr marL="1341837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3pPr>
      <a:lvl4pPr marL="2012754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4pPr>
      <a:lvl5pPr marL="2683673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5pPr>
      <a:lvl6pPr marL="3354591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6pPr>
      <a:lvl7pPr marL="4025510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7pPr>
      <a:lvl8pPr marL="4696427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8pPr>
      <a:lvl9pPr marL="5367345" algn="l" defTabSz="1341837" rtl="0" eaLnBrk="1" latinLnBrk="0" hangingPunct="1">
        <a:defRPr sz="26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197" userDrawn="1">
          <p15:clr>
            <a:srgbClr val="F26B43"/>
          </p15:clr>
        </p15:guide>
        <p15:guide id="5" pos="594" userDrawn="1">
          <p15:clr>
            <a:srgbClr val="F26B43"/>
          </p15:clr>
        </p15:guide>
        <p15:guide id="6" pos="16794" userDrawn="1">
          <p15:clr>
            <a:srgbClr val="F26B43"/>
          </p15:clr>
        </p15:guide>
        <p15:guide id="7" orient="horz" pos="2032" userDrawn="1">
          <p15:clr>
            <a:srgbClr val="F26B43"/>
          </p15:clr>
        </p15:guide>
        <p15:guide id="8" orient="horz" pos="7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marketplace/build-learn/ai-agent-learning-series/security-and-observability?trk=99bf3d80-820e-4144-9b93-0e46c2bf4b9e&amp;sc_channel=el#container-cc6346bb46" TargetMode="External"/><Relationship Id="rId2" Type="http://schemas.openxmlformats.org/officeDocument/2006/relationships/hyperlink" Target="https://aws.amazon.com/marketplace/build-learn/ai-agent-learning-series/security-and-observability?trk=99bf3d80-820e-4144-9b93-0e46c2bf4b9e&amp;sc_channel=el#container-fd2a28768d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ges.awscloud.com/awsmp-gro-dxdy-ln-mss-plgb-growth-email-signup.html?trk=95779248-27e1-4ea7-8465-4000dbf7b6c0&amp;sc_channel=el" TargetMode="External"/><Relationship Id="rId5" Type="http://schemas.openxmlformats.org/officeDocument/2006/relationships/hyperlink" Target="https://aws.amazon.com/marketplace/build-learn/ai-agent-learning-series?trk=95779248-27e1-4ea7-8465-4000dbf7b6c0&amp;sc_channel=el" TargetMode="External"/><Relationship Id="rId4" Type="http://schemas.openxmlformats.org/officeDocument/2006/relationships/hyperlink" Target="https://github.com/aws-samples/sample-patterns-for-aws-marketplace/tree/main/agentic-ai?trk=95779248-27e1-4ea7-8465-4000dbf7b6c0&amp;sc_channel=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69A1-0CE1-926E-D986-6BB82DDE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B730-7EF6-1289-9662-EEC439C2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663210"/>
            <a:ext cx="17145002" cy="97853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540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Important links and 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AD5556-06E2-1F90-D26E-41517553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825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503246-BBCE-4F0A-BCDC-08FC4C5263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61D26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rPr>
              <a:pPr marL="0" marR="0" lvl="0" indent="0" algn="r" defTabSz="13825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61D26"/>
              </a:solidFill>
              <a:effectLst/>
              <a:uLnTx/>
              <a:uFillTx/>
              <a:latin typeface="Amazon Ember Display"/>
              <a:ea typeface="+mn-ea"/>
              <a:cs typeface="+mn-cs"/>
            </a:endParaRP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8438A4C-BC1F-8DA4-CF22-09824A6401A5}"/>
              </a:ext>
            </a:extLst>
          </p:cNvPr>
          <p:cNvSpPr txBox="1">
            <a:spLocks/>
          </p:cNvSpPr>
          <p:nvPr/>
        </p:nvSpPr>
        <p:spPr>
          <a:xfrm>
            <a:off x="822959" y="2005044"/>
            <a:ext cx="14704907" cy="726164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</a:rPr>
              <a:t>Try the tools featured in this workshop or get the companion guide</a:t>
            </a:r>
          </a:p>
          <a:p>
            <a:pPr lvl="1"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</a:rPr>
              <a:t>🛠️</a:t>
            </a: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  <a:hlinkClick r:id="rId2"/>
              </a:rPr>
              <a:t>Featured tools and partners</a:t>
            </a:r>
            <a:endParaRPr lang="en-US" sz="4000" kern="0" dirty="0">
              <a:solidFill>
                <a:srgbClr val="161D26"/>
              </a:solidFill>
              <a:latin typeface="+mj-lt"/>
              <a:ea typeface="Amazon Ember Display"/>
              <a:cs typeface="Amazon Ember Display"/>
            </a:endParaRPr>
          </a:p>
          <a:p>
            <a:pPr lvl="1"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</a:rPr>
              <a:t>📖</a:t>
            </a: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  <a:hlinkClick r:id="rId3"/>
              </a:rPr>
              <a:t>Read the technical guide</a:t>
            </a:r>
            <a:endParaRPr lang="en-US" sz="4000" kern="0" dirty="0">
              <a:solidFill>
                <a:srgbClr val="161D26"/>
              </a:solidFill>
              <a:latin typeface="+mj-lt"/>
              <a:ea typeface="Amazon Ember Display"/>
              <a:cs typeface="Amazon Ember Display"/>
            </a:endParaRPr>
          </a:p>
          <a:p>
            <a:pPr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</a:rPr>
              <a:t>Access the code used in this workshop and start building</a:t>
            </a:r>
          </a:p>
          <a:p>
            <a:pPr lvl="1"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b="1" dirty="0">
                <a:latin typeface="+mj-lt"/>
              </a:rPr>
              <a:t>🚀 </a:t>
            </a: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  <a:hlinkClick r:id="rId4"/>
              </a:rPr>
              <a:t>Workshop code in GitHub</a:t>
            </a:r>
            <a:endParaRPr lang="en-US" sz="4000" kern="0" dirty="0">
              <a:solidFill>
                <a:srgbClr val="161D26"/>
              </a:solidFill>
              <a:latin typeface="+mj-lt"/>
              <a:ea typeface="Amazon Ember Display"/>
              <a:cs typeface="Amazon Ember Display"/>
            </a:endParaRPr>
          </a:p>
          <a:p>
            <a:pPr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</a:rPr>
              <a:t>Explore the full 14-module learning series</a:t>
            </a:r>
          </a:p>
          <a:p>
            <a:pPr lvl="1"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dirty="0">
                <a:latin typeface="+mj-lt"/>
              </a:rPr>
              <a:t>🎓</a:t>
            </a: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  <a:hlinkClick r:id="rId5"/>
              </a:rPr>
              <a:t>Building agentic systems on AWS</a:t>
            </a:r>
            <a:endParaRPr lang="en-US" sz="4000" kern="0" dirty="0">
              <a:solidFill>
                <a:srgbClr val="161D26"/>
              </a:solidFill>
              <a:latin typeface="+mj-lt"/>
              <a:ea typeface="Amazon Ember Display"/>
              <a:cs typeface="Amazon Ember Display"/>
            </a:endParaRPr>
          </a:p>
          <a:p>
            <a:pPr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dirty="0">
                <a:latin typeface="+mj-lt"/>
              </a:rPr>
              <a:t>Receive curated updates on upcoming modules and new technical content</a:t>
            </a:r>
          </a:p>
          <a:p>
            <a:pPr lvl="1" defTabSz="914400">
              <a:spcAft>
                <a:spcPts val="2642"/>
              </a:spcAft>
              <a:buClr>
                <a:srgbClr val="161D26"/>
              </a:buClr>
              <a:buSzPct val="100000"/>
            </a:pP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/>
                <a:cs typeface="Amazon Ember Display"/>
              </a:rPr>
              <a:t>📨</a:t>
            </a:r>
            <a:r>
              <a:rPr lang="en-US" sz="4000" kern="0" dirty="0">
                <a:solidFill>
                  <a:srgbClr val="161D26"/>
                </a:solidFill>
                <a:latin typeface="+mj-lt"/>
                <a:ea typeface="Amazon Ember Display" panose="020F0603020204020204" pitchFamily="34" charset="0"/>
                <a:cs typeface="Amazon Ember Display" panose="020F0603020204020204" pitchFamily="34" charset="0"/>
                <a:hlinkClick r:id="rId6"/>
              </a:rPr>
              <a:t>Sign up to get notified</a:t>
            </a:r>
            <a:endParaRPr lang="en-US" sz="4000" kern="0" dirty="0">
              <a:solidFill>
                <a:srgbClr val="161D26"/>
              </a:solidFill>
              <a:latin typeface="+mj-lt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  <a:p>
            <a:pPr defTabSz="914400">
              <a:spcAft>
                <a:spcPts val="2642"/>
              </a:spcAft>
              <a:buClr>
                <a:srgbClr val="161D26"/>
              </a:buClr>
              <a:buSzPct val="100000"/>
            </a:pPr>
            <a:endParaRPr lang="en-US" sz="3000" kern="0" dirty="0">
              <a:solidFill>
                <a:srgbClr val="161D26"/>
              </a:solidFill>
              <a:ea typeface="Amazon Ember Display"/>
              <a:cs typeface="Amazon Ember Display"/>
            </a:endParaRPr>
          </a:p>
          <a:p>
            <a:pPr defTabSz="914400">
              <a:spcAft>
                <a:spcPts val="2642"/>
              </a:spcAft>
              <a:buClr>
                <a:srgbClr val="161D26"/>
              </a:buClr>
              <a:buSzPct val="100000"/>
            </a:pPr>
            <a:endParaRPr lang="en-US" sz="3000" kern="0" dirty="0">
              <a:solidFill>
                <a:srgbClr val="161D26"/>
              </a:solidFill>
              <a:ea typeface="Amazon Ember Display"/>
              <a:cs typeface="Amazon Embe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54481201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 Brand Template_Light">
  <a:themeElements>
    <a:clrScheme name="AWS Template">
      <a:dk1>
        <a:srgbClr val="161E2D"/>
      </a:dk1>
      <a:lt1>
        <a:srgbClr val="FFFFFF"/>
      </a:lt1>
      <a:dk2>
        <a:srgbClr val="00193D"/>
      </a:dk2>
      <a:lt2>
        <a:srgbClr val="F5F7FF"/>
      </a:lt2>
      <a:accent1>
        <a:srgbClr val="0073E5"/>
      </a:accent1>
      <a:accent2>
        <a:srgbClr val="FF6A3D"/>
      </a:accent2>
      <a:accent3>
        <a:srgbClr val="5900B2"/>
      </a:accent3>
      <a:accent4>
        <a:srgbClr val="001A99"/>
      </a:accent4>
      <a:accent5>
        <a:srgbClr val="C300E0"/>
      </a:accent5>
      <a:accent6>
        <a:srgbClr val="00E500"/>
      </a:accent6>
      <a:hlink>
        <a:srgbClr val="42B4FF"/>
      </a:hlink>
      <a:folHlink>
        <a:srgbClr val="B2A8FF"/>
      </a:folHlink>
    </a:clrScheme>
    <a:fontScheme name="Ember Display all the way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ctr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0B1A1AB-66E2-4EB3-B743-8516223C8CA5}" vid="{207657F2-C1D5-4C9A-A624-35CD9B124E5E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D06BF4B7F85145BE9BE0530A066D3C" ma:contentTypeVersion="11" ma:contentTypeDescription="Create a new document." ma:contentTypeScope="" ma:versionID="1f8d91e23184c7c92d1b719752456ac0">
  <xsd:schema xmlns:xsd="http://www.w3.org/2001/XMLSchema" xmlns:xs="http://www.w3.org/2001/XMLSchema" xmlns:p="http://schemas.microsoft.com/office/2006/metadata/properties" xmlns:ns2="8cdb1977-bb84-41c2-a6ac-8f45eb5f4394" xmlns:ns3="12c012d6-4af1-4d28-9697-ac14cc49fa13" targetNamespace="http://schemas.microsoft.com/office/2006/metadata/properties" ma:root="true" ma:fieldsID="f9158cc545915f0ee4b27c09d0613830" ns2:_="" ns3:_="">
    <xsd:import namespace="8cdb1977-bb84-41c2-a6ac-8f45eb5f4394"/>
    <xsd:import namespace="12c012d6-4af1-4d28-9697-ac14cc49fa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db1977-bb84-41c2-a6ac-8f45eb5f43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7839dc8-c537-42b6-a5a9-a537040d25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012d6-4af1-4d28-9697-ac14cc49fa1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b5716e0-2320-464c-a3ad-156b3e99cd0f}" ma:internalName="TaxCatchAll" ma:showField="CatchAllData" ma:web="12c012d6-4af1-4d28-9697-ac14cc49fa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c012d6-4af1-4d28-9697-ac14cc49fa13" xsi:nil="true"/>
    <lcf76f155ced4ddcb4097134ff3c332f xmlns="8cdb1977-bb84-41c2-a6ac-8f45eb5f439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D8C097-63B6-445D-858B-1749975239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B8E592-F1F5-475B-808A-D1E3FE6F0E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db1977-bb84-41c2-a6ac-8f45eb5f4394"/>
    <ds:schemaRef ds:uri="12c012d6-4af1-4d28-9697-ac14cc49f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8A48B6-4845-4153-8C1C-4EA9733A6A7A}">
  <ds:schemaRefs>
    <ds:schemaRef ds:uri="http://schemas.microsoft.com/office/2006/metadata/properties"/>
    <ds:schemaRef ds:uri="http://schemas.microsoft.com/office/infopath/2007/PartnerControls"/>
    <ds:schemaRef ds:uri="12c012d6-4af1-4d28-9697-ac14cc49fa13"/>
    <ds:schemaRef ds:uri="8cdb1977-bb84-41c2-a6ac-8f45eb5f43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7863</TotalTime>
  <Words>70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Amazon Ember Display</vt:lpstr>
      <vt:lpstr>Amazon Ember Mono</vt:lpstr>
      <vt:lpstr>Arial</vt:lpstr>
      <vt:lpstr>AWS Brand Template_Light</vt:lpstr>
      <vt:lpstr>Important links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Jessie Carvalho</dc:creator>
  <cp:lastModifiedBy>Kelmenson, Alyssa [C]</cp:lastModifiedBy>
  <cp:revision>519</cp:revision>
  <dcterms:created xsi:type="dcterms:W3CDTF">2023-06-28T18:00:36Z</dcterms:created>
  <dcterms:modified xsi:type="dcterms:W3CDTF">2026-10-15T20:45:21Z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0x0101007DD06BF4B7F85145BE9BE0530A066D3C</vt:lpwstr>
  </property>
  <property fmtid="{D5CDD505-2E9C-101B-9397-08002B2CF9AE}" pid="3" name="MSIP_Label_19e68092-05df-4271-8e3e-b2a4c82ba797_Enabled">
    <vt:lpwstr>true</vt:lpwstr>
  </property>
  <property fmtid="{D5CDD505-2E9C-101B-9397-08002B2CF9AE}" pid="4" name="MSIP_Label_19e68092-05df-4271-8e3e-b2a4c82ba797_SetDate">
    <vt:lpwstr>2026-02-05T16:37:29Z</vt:lpwstr>
  </property>
  <property fmtid="{D5CDD505-2E9C-101B-9397-08002B2CF9AE}" pid="5" name="MSIP_Label_19e68092-05df-4271-8e3e-b2a4c82ba797_Method">
    <vt:lpwstr>Standard</vt:lpwstr>
  </property>
  <property fmtid="{D5CDD505-2E9C-101B-9397-08002B2CF9AE}" pid="6" name="MSIP_Label_19e68092-05df-4271-8e3e-b2a4c82ba797_Name">
    <vt:lpwstr>Amazon Confidential</vt:lpwstr>
  </property>
  <property fmtid="{D5CDD505-2E9C-101B-9397-08002B2CF9AE}" pid="7" name="MSIP_Label_19e68092-05df-4271-8e3e-b2a4c82ba797_SiteId">
    <vt:lpwstr>5280104a-472d-4538-9ccf-1e1d0efe8b1b</vt:lpwstr>
  </property>
  <property fmtid="{D5CDD505-2E9C-101B-9397-08002B2CF9AE}" pid="8" name="MSIP_Label_19e68092-05df-4271-8e3e-b2a4c82ba797_ActionId">
    <vt:lpwstr>9ddf6bcb-7d61-44ff-bbd8-cbdac2c49638</vt:lpwstr>
  </property>
  <property fmtid="{D5CDD505-2E9C-101B-9397-08002B2CF9AE}" pid="9" name="MSIP_Label_19e68092-05df-4271-8e3e-b2a4c82ba797_ContentBits">
    <vt:lpwstr>0</vt:lpwstr>
  </property>
  <property fmtid="{D5CDD505-2E9C-101B-9397-08002B2CF9AE}" pid="10" name="MSIP_Label_19e68092-05df-4271-8e3e-b2a4c82ba797_Tag">
    <vt:lpwstr>10, 3, 0, 2</vt:lpwstr>
  </property>
  <property fmtid="{D5CDD505-2E9C-101B-9397-08002B2CF9AE}" pid="11" name="MediaServiceImageTags">
    <vt:lpwstr/>
  </property>
</Properties>
</file>